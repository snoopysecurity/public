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626f2c7c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626f2c7c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626f2c7c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626f2c7c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7626f2c7c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7626f2c7c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626f2c7c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626f2c7c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626f2c7c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626f2c7c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638957d4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638957d4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626f2c7c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7626f2c7c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638957d4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7638957d4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638957d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638957d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62e58b49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62e58b49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7626f2c7c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7626f2c7c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626f2c7c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626f2c7c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626f2c7c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626f2c7c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626f2c7c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626f2c7c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7626f2c7c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7626f2c7c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7626f2c7c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7626f2c7c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7626f2c7c1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7626f2c7c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7626f2c7c1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7626f2c7c1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7626f2c7c1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7626f2c7c1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626f2c7c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626f2c7c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7626f2c7c1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7626f2c7c1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762e58b4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762e58b4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62e58b49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62e58b49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7626f2c7c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7626f2c7c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762e58b49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762e58b49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762e58b49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762e58b49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762e58b49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762e58b49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62e58b49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62e58b49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62e58b49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62e58b49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762e58b49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762e58b49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762e58b49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762e58b49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nyk.io/vuln/SNYK-UBUNTU1604-SOX-345474" TargetMode="External"/><Relationship Id="rId4" Type="http://schemas.openxmlformats.org/officeDocument/2006/relationships/hyperlink" Target="https://sourceforge.net/p/sox/bugs/320,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chirlu/sox/blob/sox-14.4.0/src/xmalloc.h#L3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chirlu/sox/blob/sox-14.4.0/src/remix.c#L234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ourceforge.net/p/sox/bugs/320,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kgs.alpinelinux.org/package/edge/community/ppc64le/sox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.alpinelinux.org/aports/tree/community/sox/APKBUILD" TargetMode="External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.alpinelinux.org/aports/commit/community/sox/APKBUILD?h=3.10-stable&amp;id=304c15f39c09cabeb81bbf573e0faa17c299236f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hugsy/ge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sourceforge.net/p/sox/bugs/320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hyperlink" Target="https://gef.readthedocs.io/en/master/commands/heap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sourceforge.net/p/sox/bugs/320,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egacy.gitbook.com/book/dhavalkapil/heap-exploitation" TargetMode="External"/><Relationship Id="rId4" Type="http://schemas.openxmlformats.org/officeDocument/2006/relationships/hyperlink" Target="https://vulncat.fortify.com/en/detail?id=desc.controlflow.cpp.null_dereference#C%2FC%2B%2B" TargetMode="External"/><Relationship Id="rId5" Type="http://schemas.openxmlformats.org/officeDocument/2006/relationships/hyperlink" Target="https://gef.readthedocs.io/en/master/" TargetMode="External"/><Relationship Id="rId6" Type="http://schemas.openxmlformats.org/officeDocument/2006/relationships/hyperlink" Target="https://github.com/jfoote/exploitable/blob/master/exploitable/lib/rules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702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Bonus: POCing Alpine Vulnerabilities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Brief introduction on how to reproduce a vulnerability within Alpine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to PoC, What information is needed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build the package within Alpine to make PoCing easier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Follow Along! There will be homework after this session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Triage Process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consider before adding an upstream vulnerability to the VMS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Upstream Maintainer Disputed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Disputed by the Debian Security team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enough information provided by the Source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Debian Security team considers a vuln to an issue and are working on a fix, we should add it too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 need for a Proof of Concept for Linux Vulns in most cases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Scenarios when trying to PoC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 1: Published with Proof of Concept/Exploit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 2: Published with crash Information and information regarding vulnerable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Scenario 3: Published with only vulnerable code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might not be possible to provide full assurance that the vulnerability might exist within Alpine, However this is the case for many vulnerabilities within the Linux ecosystem.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26" y="1139105"/>
            <a:ext cx="8429775" cy="340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2 - A Working Example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https://snyk.io/vuln/SNYK-UBUNTU1604-SOX-345474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Package: </a:t>
            </a:r>
            <a:r>
              <a:rPr b="1" lang="en"/>
              <a:t>SoX 14.4.2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Vulnerability: Integer Overflow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Reference: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https://sourceforge.net/p/sox/bugs/320, https://security-tracker.debian.org/tracker/CVE-2019-8355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size != length in C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775" y="1152475"/>
            <a:ext cx="5618449" cy="38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Integer Overflow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8-bit signed integer in C has a maximum value of 127 and a minimum value of -128.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programmer stores the value 127 in such a variable and adds 1 to it, the result should be 128.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this value exceeds the maximum for this integer type, so the interpreted value will “wrap around” and become -128.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Can lead to many issues, here it is a heap overflow.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https://github.com/chirlu/sox/blob/sox-14.4.0/src/xmalloc.h#L31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77" y="883225"/>
            <a:ext cx="4140251" cy="378832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833" y="1257525"/>
            <a:ext cx="457409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Overflow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Heap is a memory region allotted to every program.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stack, heap memory can be dynamically allocated.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that the program can 'request' and 'release' memory from the heap segment whenever it requires.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Heap memory blocks are called chunks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chunk can be busy or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surgical memory corruption bugs relate to the heap.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Exploitation involves overwriting fixed function pointers to point to attacker code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https://github.com/chirlu/sox/blob/sox-14.4.0/src/remix.c#L234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we are trying to Answer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Exact input that triggered the crash:</a:t>
            </a:r>
            <a:r>
              <a:rPr b="1" lang="en"/>
              <a:t>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https://sourceforge.net/p/sox/bugs/320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vulnerability was triggered: </a:t>
            </a:r>
            <a:r>
              <a:rPr b="1" lang="en"/>
              <a:t>Integer Overflow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Type/Category of the crash:</a:t>
            </a:r>
            <a:r>
              <a:rPr b="1" lang="en"/>
              <a:t> Heap Overflow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Where is the vulnerable code inside the package: </a:t>
            </a:r>
            <a:r>
              <a:rPr i="1" lang="en"/>
              <a:t>xmalloc.h</a:t>
            </a:r>
            <a:r>
              <a:rPr lang="en"/>
              <a:t>, </a:t>
            </a:r>
            <a:r>
              <a:rPr i="1" lang="en"/>
              <a:t>l</a:t>
            </a:r>
            <a:r>
              <a:rPr b="1" i="1" lang="en"/>
              <a:t>sx_valloc</a:t>
            </a:r>
            <a:r>
              <a:rPr i="1" lang="en"/>
              <a:t> - </a:t>
            </a:r>
            <a:r>
              <a:rPr lang="en"/>
              <a:t>Integer Overflow, heap-buffer-overflow is triggered in </a:t>
            </a:r>
            <a:r>
              <a:rPr b="1" i="1" lang="en"/>
              <a:t>remix.c line 237</a:t>
            </a:r>
            <a:endParaRPr b="1" i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Exploitable: Not possible to answer in many cases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the correct Alpine Environment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Compile/Install the vulnerable version of the package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 debugger and payload to verify the vulnerability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Vulnerable Environment: Alpine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Docker can be used:</a:t>
            </a:r>
            <a:r>
              <a:rPr b="1" i="1" lang="en"/>
              <a:t> </a:t>
            </a: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docker pull alpine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specific release is needed: </a:t>
            </a: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docker pull alpine:3.9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run locally</a:t>
            </a:r>
            <a:r>
              <a:rPr i="1" lang="en"/>
              <a:t>:</a:t>
            </a:r>
            <a:r>
              <a:rPr b="1" i="1" lang="en"/>
              <a:t> </a:t>
            </a: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docker run -i -t alpine /bin/sh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APKBUILD 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the source origin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Version of the package used within Alpine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Patches used by Alpine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Alpine package repositories: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https://pkgs.alpinelinux.org/package/edge/community/ppc64le/sox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/>
        </p:nvSpPr>
        <p:spPr>
          <a:xfrm>
            <a:off x="328525" y="236125"/>
            <a:ext cx="83775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8"/>
          <p:cNvSpPr txBox="1"/>
          <p:nvPr/>
        </p:nvSpPr>
        <p:spPr>
          <a:xfrm>
            <a:off x="161100" y="112725"/>
            <a:ext cx="88218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https://git.alpinelinux.org/aports/tree/community/sox/APKBUILD</a:t>
            </a:r>
            <a:endParaRPr/>
          </a:p>
        </p:txBody>
      </p:sp>
      <p:pic>
        <p:nvPicPr>
          <p:cNvPr id="149" name="Google Shape;14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5800" y="564975"/>
            <a:ext cx="5042324" cy="438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Installing the Correct Package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73175" y="1121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Alpine make minor modifications to an upstream package in order to make it work correctly within Alpine.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rebuild this package with Debug Symbols enabled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Alpine uses musl libc instead of glibc and most popular C packages can only be compiled using glibc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sox package version available within alpine is 14.4.2-r5 and the vulnerable version of the upstream package is 14.4.2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following commit tree can be used: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https://git.alpinelinux.org/aports/commit/community/sox/APKBUILD?h=3.10-stable&amp;id=304c15f39c09cabeb81bbf573e0faa17c299236f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Modifying APKBUILD to allow Debug Symbols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 symbols provides additional information to a binary such as function names and shared libraries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helpful while trying to investigate a crash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Alpine and apktools by default will remove debug information when building packages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to modify our APKBUILD to allow this explicitly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--enable-debug</a:t>
            </a:r>
            <a:endParaRPr/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650" y="1152475"/>
            <a:ext cx="6385575" cy="36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1"/>
          <p:cNvSpPr/>
          <p:nvPr/>
        </p:nvSpPr>
        <p:spPr>
          <a:xfrm>
            <a:off x="2981600" y="2285400"/>
            <a:ext cx="2305200" cy="57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435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!strip</a:t>
            </a:r>
            <a:endParaRPr/>
          </a:p>
        </p:txBody>
      </p:sp>
      <p:pic>
        <p:nvPicPr>
          <p:cNvPr id="174" name="Google Shape;1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550" y="1157800"/>
            <a:ext cx="6405025" cy="34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2"/>
          <p:cNvSpPr/>
          <p:nvPr/>
        </p:nvSpPr>
        <p:spPr>
          <a:xfrm>
            <a:off x="893550" y="3412475"/>
            <a:ext cx="2538900" cy="57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an Alpine Package Part 1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Install Alpine SDK Tools:</a:t>
            </a:r>
            <a:r>
              <a:rPr b="1" i="1" lang="en"/>
              <a:t> apk -U add alpine-sdk</a:t>
            </a:r>
            <a:endParaRPr b="1"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 root user is needed to build a package within Alpine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adduser -D packager &amp;&amp; addgroup packager abuild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echo -e "packager\npackager" | passwd packager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echo "packager ALL=(ALL) ALL" &gt;&gt; /etc/sudoers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an Alpine Package Part 2</a:t>
            </a:r>
            <a:endParaRPr/>
          </a:p>
        </p:txBody>
      </p:sp>
      <p:sp>
        <p:nvSpPr>
          <p:cNvPr id="187" name="Google Shape;18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following commands to build an Alpine Package</a:t>
            </a:r>
            <a:endParaRPr b="1"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su - packager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abuild-keygen -a -i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abuild -r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install all build tools, package dependencies and will fetch the source code of the package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an Alpine Package Part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apk can now be installed within alpine by using apk add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/>
              <a:t>apk add /home/packager/packages/home/x86_64/sox-14.4.2-r0.apk --allow-untrusted</a:t>
            </a:r>
            <a:endParaRPr b="1" i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00" y="2747200"/>
            <a:ext cx="8279099" cy="116757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Fetching Vulnerable Source Code</a:t>
            </a:r>
            <a:endParaRPr/>
          </a:p>
        </p:txBody>
      </p:sp>
      <p:sp>
        <p:nvSpPr>
          <p:cNvPr id="200" name="Google Shape;20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Needed during analysis and debugging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Always check that the upstream origin and APKBUILD origin is the same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git clone https://git.code.sf.net/p/sox/code sox-code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cd sox-code/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git checkout sox-14.4.2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</a:t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Debuggers are used for dynamic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good debugger will have several useful features such as breakpoints, step into, memory searching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use GeF which is built on top of vanialla GDB (GNU Debugger)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https://github.com/hugsy/gef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1600">
                <a:latin typeface="Courier New"/>
                <a:ea typeface="Courier New"/>
                <a:cs typeface="Courier New"/>
                <a:sym typeface="Courier New"/>
              </a:rPr>
              <a:t>apk add gdb</a:t>
            </a:r>
            <a:endParaRPr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1600">
                <a:latin typeface="Courier New"/>
                <a:ea typeface="Courier New"/>
                <a:cs typeface="Courier New"/>
                <a:sym typeface="Courier New"/>
              </a:rPr>
              <a:t>wget -O ~/.gdbinit-gef.py -q https://github.com/hugsy/gef/raw/master/gef.py</a:t>
            </a:r>
            <a:endParaRPr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n" sz="1600">
                <a:latin typeface="Courier New"/>
                <a:ea typeface="Courier New"/>
                <a:cs typeface="Courier New"/>
                <a:sym typeface="Courier New"/>
              </a:rPr>
              <a:t>echo source ~/.gdbinit-gef.py &gt;&gt; ~/.gdbinit</a:t>
            </a:r>
            <a:endParaRPr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Reproducing the Crash </a:t>
            </a:r>
            <a:endParaRPr/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GDB with Sox: 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gdb /usr/bin/sox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 the debug session to the source code: </a:t>
            </a:r>
            <a:r>
              <a:rPr b="1" i="1" lang="en">
                <a:latin typeface="Courier New"/>
                <a:ea typeface="Courier New"/>
                <a:cs typeface="Courier New"/>
                <a:sym typeface="Courier New"/>
              </a:rPr>
              <a:t> set directory /home/packager/packages/sox-code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3" name="Google Shape;2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524" y="2290025"/>
            <a:ext cx="4690975" cy="263217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Helpful GEF/GDB Commands</a:t>
            </a:r>
            <a:endParaRPr/>
          </a:p>
        </p:txBody>
      </p:sp>
      <p:sp>
        <p:nvSpPr>
          <p:cNvPr id="219" name="Google Shape;21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&lt;where&gt;	Set a new breakpoint.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Clear			Delete all breakpoints.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where full		Show call stack, also print the local variables in each frame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Run				Run the program within GDB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Step 			Go to next instruction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info files			Show all files part of the program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info sources		Show source directory 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info functions     	Show all functions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Reproducing the Crash</a:t>
            </a:r>
            <a:endParaRPr/>
          </a:p>
        </p:txBody>
      </p:sp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https://sourceforge.net/p/sox/bugs/320/</a:t>
            </a:r>
            <a:r>
              <a:rPr lang="en"/>
              <a:t> tells us where the heap allocation 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 the source code to check where the function allocating to heap 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 breakpoint: </a:t>
            </a:r>
            <a:r>
              <a:rPr b="1" i="1" lang="en" sz="1600">
                <a:latin typeface="Courier New"/>
                <a:ea typeface="Courier New"/>
                <a:cs typeface="Courier New"/>
                <a:sym typeface="Courier New"/>
              </a:rPr>
              <a:t>break /home/packager/src/sox-14.4.2/src/remix.c:226</a:t>
            </a:r>
            <a:endParaRPr b="1" i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PoC: 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i="1" lang="en"/>
              <a:t>run --single-threaded /home/packager/sox-code/xmalloc_31_integer_overflow.mp3 -t aiff /dev/null channels 1 rate 16k fade 3 norm</a:t>
            </a:r>
            <a:endParaRPr b="1" i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300" y="886650"/>
            <a:ext cx="8839202" cy="326061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1"/>
          <p:cNvSpPr txBox="1"/>
          <p:nvPr/>
        </p:nvSpPr>
        <p:spPr>
          <a:xfrm>
            <a:off x="448425" y="4488550"/>
            <a:ext cx="76602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https://gef.readthedocs.io/en/master/commands/heap/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Reproducing the Crash</a:t>
            </a:r>
            <a:endParaRPr/>
          </a:p>
        </p:txBody>
      </p:sp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reproduce the crash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vulnerable code is correct/accurate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Cannot analyse crash properly and cannot examine heap due to Musl and no tools supporting it :(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 xmalloc being used and program crashing due to out of memory is good indication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163" y="3257363"/>
            <a:ext cx="5172075" cy="1209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Conclusion: Things we are trying to Answer</a:t>
            </a:r>
            <a:endParaRPr/>
          </a:p>
        </p:txBody>
      </p:sp>
      <p:sp>
        <p:nvSpPr>
          <p:cNvPr id="244" name="Google Shape;24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Exact input that triggered the crash:</a:t>
            </a:r>
            <a:r>
              <a:rPr b="1" lang="en"/>
              <a:t>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https://sourceforge.net/p/sox/bugs/320</a:t>
            </a:r>
            <a:r>
              <a:rPr lang="en"/>
              <a:t> </a:t>
            </a:r>
            <a:r>
              <a:rPr lang="en" sz="2100">
                <a:solidFill>
                  <a:srgbClr val="00FF00"/>
                </a:solidFill>
              </a:rPr>
              <a:t>✔️</a:t>
            </a:r>
            <a:endParaRPr sz="2100"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vulnerability was triggered: </a:t>
            </a:r>
            <a:r>
              <a:rPr b="1" lang="en"/>
              <a:t>Integer Overflow  </a:t>
            </a:r>
            <a:r>
              <a:rPr lang="en" sz="2100">
                <a:solidFill>
                  <a:srgbClr val="00FF00"/>
                </a:solidFill>
              </a:rPr>
              <a:t>✔️ (err Maybe)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Type/Category of the crash:</a:t>
            </a:r>
            <a:r>
              <a:rPr b="1" lang="en"/>
              <a:t> Heap Overflow </a:t>
            </a:r>
            <a:r>
              <a:rPr lang="en" sz="2100">
                <a:solidFill>
                  <a:srgbClr val="00FF00"/>
                </a:solidFill>
              </a:rPr>
              <a:t>✔️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Where is the vulnerable code inside the package: </a:t>
            </a:r>
            <a:r>
              <a:rPr i="1" lang="en"/>
              <a:t>xmalloc.h</a:t>
            </a:r>
            <a:r>
              <a:rPr lang="en"/>
              <a:t>, </a:t>
            </a:r>
            <a:r>
              <a:rPr i="1" lang="en"/>
              <a:t>l</a:t>
            </a:r>
            <a:r>
              <a:rPr b="1" i="1" lang="en"/>
              <a:t>sx_valloc</a:t>
            </a:r>
            <a:r>
              <a:rPr i="1" lang="en"/>
              <a:t> - </a:t>
            </a:r>
            <a:r>
              <a:rPr lang="en"/>
              <a:t>Integer  Overflow, heap-buffer-overflow is triggered in </a:t>
            </a:r>
            <a:r>
              <a:rPr b="1" i="1" lang="en"/>
              <a:t>remix.c line 237 </a:t>
            </a:r>
            <a:r>
              <a:rPr lang="en" sz="2100">
                <a:solidFill>
                  <a:srgbClr val="00FF00"/>
                </a:solidFill>
              </a:rPr>
              <a:t>✔️  </a:t>
            </a:r>
            <a:endParaRPr b="1" i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Exploitable: Not possible to answer in many cases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Further Reading</a:t>
            </a:r>
            <a:endParaRPr/>
          </a:p>
        </p:txBody>
      </p:sp>
      <p:sp>
        <p:nvSpPr>
          <p:cNvPr id="250" name="Google Shape;25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https://legacy.gitbook.com/book/dhavalkapil/heap-exploitation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https://vulncat.fortify.com/en/detail?id=desc.controlflow.cpp.integer_overflow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https://gef.readthedocs.io/en/master/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https://github.com/jfoote/exploitable/blob/master/exploitable/lib/rules.py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